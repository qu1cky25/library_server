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0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86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63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02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1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27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02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31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9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60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47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79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46558-621D-4DCB-B55C-1F1562D1037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95E14-A034-40D5-8B14-62AE6C54C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85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Library_server</a:t>
            </a:r>
            <a:endParaRPr lang="ru-RU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30890" y="6189728"/>
            <a:ext cx="9144000" cy="1655762"/>
          </a:xfrm>
        </p:spPr>
        <p:txBody>
          <a:bodyPr>
            <a:normAutofit/>
          </a:bodyPr>
          <a:lstStyle/>
          <a:p>
            <a:r>
              <a:rPr lang="ru-RU" sz="2800" dirty="0" err="1" smtClean="0">
                <a:latin typeface="Arial Narrow" panose="020B0606020202030204" pitchFamily="34" charset="0"/>
              </a:rPr>
              <a:t>Грунин</a:t>
            </a:r>
            <a:r>
              <a:rPr lang="ru-RU" sz="2800" dirty="0" smtClean="0">
                <a:latin typeface="Arial Narrow" panose="020B0606020202030204" pitchFamily="34" charset="0"/>
              </a:rPr>
              <a:t> Владимир, 363 группа</a:t>
            </a:r>
            <a:endParaRPr lang="ru-RU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4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Library_server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5585" y="1690688"/>
            <a:ext cx="103569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 Narrow" panose="020B0606020202030204" pitchFamily="34" charset="0"/>
              </a:rPr>
              <a:t>Это </a:t>
            </a:r>
            <a:r>
              <a:rPr lang="ru-RU" sz="2400" dirty="0" err="1" smtClean="0">
                <a:latin typeface="Arial Narrow" panose="020B0606020202030204" pitchFamily="34" charset="0"/>
              </a:rPr>
              <a:t>бэкенд</a:t>
            </a:r>
            <a:r>
              <a:rPr lang="ru-RU" sz="2400" dirty="0" smtClean="0">
                <a:latin typeface="Arial Narrow" panose="020B0606020202030204" pitchFamily="34" charset="0"/>
              </a:rPr>
              <a:t>-сервис, написанный на языке </a:t>
            </a:r>
            <a:r>
              <a:rPr lang="en-US" sz="2400" dirty="0" smtClean="0">
                <a:latin typeface="Arial Narrow" panose="020B0606020202030204" pitchFamily="34" charset="0"/>
              </a:rPr>
              <a:t>Go</a:t>
            </a:r>
            <a:r>
              <a:rPr lang="ru-RU" sz="2400" dirty="0" smtClean="0">
                <a:latin typeface="Arial Narrow" panose="020B0606020202030204" pitchFamily="34" charset="0"/>
              </a:rPr>
              <a:t> и предназначенный для автоматизации работы библиотеки.</a:t>
            </a:r>
            <a:r>
              <a:rPr lang="en-US" sz="2400" dirty="0" smtClean="0">
                <a:latin typeface="Arial Narrow" panose="020B0606020202030204" pitchFamily="34" charset="0"/>
              </a:rPr>
              <a:t> </a:t>
            </a:r>
          </a:p>
          <a:p>
            <a:endParaRPr lang="ru-RU" sz="2400" dirty="0" smtClean="0">
              <a:latin typeface="Arial Narrow" panose="020B0606020202030204" pitchFamily="34" charset="0"/>
            </a:endParaRPr>
          </a:p>
          <a:p>
            <a:r>
              <a:rPr lang="ru-RU" sz="2400" dirty="0" smtClean="0">
                <a:latin typeface="Arial Narrow" panose="020B0606020202030204" pitchFamily="34" charset="0"/>
              </a:rPr>
              <a:t>Возможности</a:t>
            </a:r>
            <a:r>
              <a:rPr lang="en-US" sz="2400" dirty="0" smtClean="0">
                <a:latin typeface="Arial Narrow" panose="020B0606020202030204" pitchFamily="34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Arial Narrow" panose="020B0606020202030204" pitchFamily="34" charset="0"/>
              </a:rPr>
              <a:t>у</a:t>
            </a:r>
            <a:r>
              <a:rPr lang="ru-RU" sz="2400" dirty="0" smtClean="0">
                <a:latin typeface="Arial Narrow" panose="020B0606020202030204" pitchFamily="34" charset="0"/>
              </a:rPr>
              <a:t>чёт книг</a:t>
            </a:r>
          </a:p>
          <a:p>
            <a:pPr marL="342900" indent="-342900">
              <a:buFontTx/>
              <a:buChar char="-"/>
            </a:pPr>
            <a:r>
              <a:rPr lang="ru-RU" sz="2400" dirty="0" smtClean="0">
                <a:latin typeface="Arial Narrow" panose="020B0606020202030204" pitchFamily="34" charset="0"/>
              </a:rPr>
              <a:t>учёт писателей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Arial Narrow" panose="020B0606020202030204" pitchFamily="34" charset="0"/>
              </a:rPr>
              <a:t>б</a:t>
            </a:r>
            <a:r>
              <a:rPr lang="ru-RU" sz="2400" dirty="0" smtClean="0">
                <a:latin typeface="Arial Narrow" panose="020B0606020202030204" pitchFamily="34" charset="0"/>
              </a:rPr>
              <a:t>иблиотечные процессы</a:t>
            </a:r>
          </a:p>
          <a:p>
            <a:pPr marL="342900" indent="-342900">
              <a:buFontTx/>
              <a:buChar char="-"/>
            </a:pPr>
            <a:r>
              <a:rPr lang="ru-RU" sz="2400" dirty="0" err="1" smtClean="0">
                <a:latin typeface="Arial Narrow" panose="020B0606020202030204" pitchFamily="34" charset="0"/>
              </a:rPr>
              <a:t>Логирование</a:t>
            </a:r>
            <a:endParaRPr lang="ru-RU" sz="2400" dirty="0" smtClean="0">
              <a:latin typeface="Arial Narrow" panose="020B0606020202030204" pitchFamily="34" charset="0"/>
            </a:endParaRPr>
          </a:p>
          <a:p>
            <a:pPr marL="342900" indent="-342900">
              <a:buFontTx/>
              <a:buChar char="-"/>
            </a:pPr>
            <a:endParaRPr lang="ru-RU" sz="2400" dirty="0">
              <a:latin typeface="Arial Narrow" panose="020B0606020202030204" pitchFamily="34" charset="0"/>
            </a:endParaRPr>
          </a:p>
          <a:p>
            <a:r>
              <a:rPr lang="ru-RU" sz="2400" dirty="0" smtClean="0">
                <a:latin typeface="Arial Narrow" panose="020B0606020202030204" pitchFamily="34" charset="0"/>
              </a:rPr>
              <a:t>Основной стек</a:t>
            </a:r>
            <a:r>
              <a:rPr lang="en-US" sz="2400" dirty="0" smtClean="0">
                <a:latin typeface="Arial Narrow" panose="020B0606020202030204" pitchFamily="34" charset="0"/>
              </a:rPr>
              <a:t>:</a:t>
            </a:r>
            <a:r>
              <a:rPr lang="ru-RU" sz="2400" dirty="0" smtClean="0">
                <a:latin typeface="Arial Narrow" panose="020B0606020202030204" pitchFamily="34" charset="0"/>
              </a:rPr>
              <a:t> </a:t>
            </a:r>
            <a:r>
              <a:rPr lang="en-US" sz="2400" dirty="0" smtClean="0">
                <a:latin typeface="Arial Narrow" panose="020B0606020202030204" pitchFamily="34" charset="0"/>
              </a:rPr>
              <a:t>Go, SQLite </a:t>
            </a:r>
            <a:endParaRPr lang="ru-RU" sz="2400" dirty="0" smtClean="0">
              <a:latin typeface="Arial Narrow" panose="020B0606020202030204" pitchFamily="34" charset="0"/>
            </a:endParaRPr>
          </a:p>
          <a:p>
            <a:endParaRPr lang="ru-RU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81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Структура проекта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b="21533"/>
          <a:stretch/>
        </p:blipFill>
        <p:spPr>
          <a:xfrm>
            <a:off x="500595" y="1645764"/>
            <a:ext cx="3418262" cy="3747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2146" y="1570946"/>
            <a:ext cx="526836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Arial Narrow" panose="020B0606020202030204" pitchFamily="34" charset="0"/>
              </a:rPr>
              <a:t>Основные файлы</a:t>
            </a:r>
            <a:r>
              <a:rPr lang="en-US" sz="2400" dirty="0" smtClean="0">
                <a:latin typeface="Arial Narrow" panose="020B060602020203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2400" dirty="0" err="1" smtClean="0">
                <a:latin typeface="Arial Narrow" panose="020B0606020202030204" pitchFamily="34" charset="0"/>
              </a:rPr>
              <a:t>main.go</a:t>
            </a:r>
            <a:r>
              <a:rPr lang="en-US" sz="2400" dirty="0" smtClean="0">
                <a:latin typeface="Arial Narrow" panose="020B0606020202030204" pitchFamily="34" charset="0"/>
              </a:rPr>
              <a:t> – </a:t>
            </a:r>
            <a:r>
              <a:rPr lang="ru-RU" sz="2400" dirty="0" smtClean="0">
                <a:latin typeface="Arial Narrow" panose="020B0606020202030204" pitchFamily="34" charset="0"/>
              </a:rPr>
              <a:t>главный файл</a:t>
            </a:r>
            <a:endParaRPr lang="en-US" sz="2400" dirty="0" smtClean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Arial Narrow" panose="020B0606020202030204" pitchFamily="34" charset="0"/>
              </a:rPr>
              <a:t>entities.go</a:t>
            </a:r>
            <a:r>
              <a:rPr lang="en-US" sz="2400" dirty="0">
                <a:latin typeface="Arial Narrow" panose="020B0606020202030204" pitchFamily="34" charset="0"/>
              </a:rPr>
              <a:t> – </a:t>
            </a:r>
            <a:r>
              <a:rPr lang="ru-RU" sz="2400" dirty="0">
                <a:latin typeface="Arial Narrow" panose="020B0606020202030204" pitchFamily="34" charset="0"/>
              </a:rPr>
              <a:t>файл, содержащий </a:t>
            </a:r>
            <a:r>
              <a:rPr lang="ru-RU" sz="2400" dirty="0" smtClean="0">
                <a:latin typeface="Arial Narrow" panose="020B0606020202030204" pitchFamily="34" charset="0"/>
              </a:rPr>
              <a:t>модели</a:t>
            </a:r>
            <a:endParaRPr lang="en-US" sz="2400" dirty="0" smtClean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Arial Narrow" panose="020B0606020202030204" pitchFamily="34" charset="0"/>
              </a:rPr>
              <a:t>methods.go</a:t>
            </a:r>
            <a:r>
              <a:rPr lang="en-US" sz="2400" dirty="0">
                <a:latin typeface="Arial Narrow" panose="020B0606020202030204" pitchFamily="34" charset="0"/>
              </a:rPr>
              <a:t> – </a:t>
            </a:r>
            <a:r>
              <a:rPr lang="ru-RU" sz="2400" dirty="0">
                <a:latin typeface="Arial Narrow" panose="020B0606020202030204" pitchFamily="34" charset="0"/>
              </a:rPr>
              <a:t>файл с </a:t>
            </a:r>
            <a:r>
              <a:rPr lang="en-US" sz="2400" dirty="0">
                <a:latin typeface="Arial Narrow" panose="020B0606020202030204" pitchFamily="34" charset="0"/>
              </a:rPr>
              <a:t>API-</a:t>
            </a:r>
            <a:r>
              <a:rPr lang="ru-RU" sz="2400" dirty="0" smtClean="0">
                <a:latin typeface="Arial Narrow" panose="020B0606020202030204" pitchFamily="34" charset="0"/>
              </a:rPr>
              <a:t>обработчиками</a:t>
            </a:r>
            <a:endParaRPr lang="en-US" sz="2400" dirty="0" smtClean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Arial Narrow" panose="020B0606020202030204" pitchFamily="34" charset="0"/>
              </a:rPr>
              <a:t>createdb.go</a:t>
            </a:r>
            <a:r>
              <a:rPr lang="en-US" sz="2400" dirty="0">
                <a:latin typeface="Arial Narrow" panose="020B0606020202030204" pitchFamily="34" charset="0"/>
              </a:rPr>
              <a:t> – </a:t>
            </a:r>
            <a:r>
              <a:rPr lang="ru-RU" sz="2400" dirty="0">
                <a:latin typeface="Arial Narrow" panose="020B0606020202030204" pitchFamily="34" charset="0"/>
              </a:rPr>
              <a:t>файл для работы с </a:t>
            </a:r>
            <a:r>
              <a:rPr lang="ru-RU" sz="2400" dirty="0" smtClean="0">
                <a:latin typeface="Arial Narrow" panose="020B0606020202030204" pitchFamily="34" charset="0"/>
              </a:rPr>
              <a:t>БД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Arial Narrow" panose="020B0606020202030204" pitchFamily="34" charset="0"/>
            </a:endParaRPr>
          </a:p>
          <a:p>
            <a:r>
              <a:rPr lang="ru-RU" sz="2400" dirty="0" smtClean="0">
                <a:latin typeface="Arial Narrow" panose="020B0606020202030204" pitchFamily="34" charset="0"/>
              </a:rPr>
              <a:t>Пакеты</a:t>
            </a:r>
            <a:r>
              <a:rPr lang="en-US" sz="2400" dirty="0" smtClean="0">
                <a:latin typeface="Arial Narrow" panose="020B0606020202030204" pitchFamily="34" charset="0"/>
              </a:rPr>
              <a:t>: net/http, database/</a:t>
            </a:r>
            <a:r>
              <a:rPr lang="en-US" sz="2400" dirty="0" err="1" smtClean="0">
                <a:latin typeface="Arial Narrow" panose="020B0606020202030204" pitchFamily="34" charset="0"/>
              </a:rPr>
              <a:t>sql</a:t>
            </a:r>
            <a:r>
              <a:rPr lang="en-US" sz="2400" dirty="0" smtClean="0">
                <a:latin typeface="Arial Narrow" panose="020B0606020202030204" pitchFamily="34" charset="0"/>
              </a:rPr>
              <a:t>, log/slog,</a:t>
            </a:r>
            <a:endParaRPr lang="ru-RU" sz="2400" dirty="0" smtClean="0">
              <a:latin typeface="Arial Narrow" panose="020B0606020202030204" pitchFamily="34" charset="0"/>
            </a:endParaRPr>
          </a:p>
          <a:p>
            <a:r>
              <a:rPr lang="en-US" sz="2400" dirty="0" smtClean="0">
                <a:latin typeface="Arial Narrow" panose="020B0606020202030204" pitchFamily="34" charset="0"/>
              </a:rPr>
              <a:t>encoding/</a:t>
            </a:r>
            <a:r>
              <a:rPr lang="en-US" sz="2400" dirty="0" err="1" smtClean="0">
                <a:latin typeface="Arial Narrow" panose="020B0606020202030204" pitchFamily="34" charset="0"/>
              </a:rPr>
              <a:t>json</a:t>
            </a:r>
            <a:r>
              <a:rPr lang="ru-RU" sz="2400" dirty="0" smtClean="0">
                <a:latin typeface="Arial Narrow" panose="020B0606020202030204" pitchFamily="34" charset="0"/>
              </a:rPr>
              <a:t>, </a:t>
            </a:r>
            <a:r>
              <a:rPr lang="en-US" sz="2400" dirty="0"/>
              <a:t>github.com/google/</a:t>
            </a:r>
            <a:r>
              <a:rPr lang="en-US" sz="2400" dirty="0" err="1"/>
              <a:t>uuid</a:t>
            </a:r>
            <a:r>
              <a:rPr lang="en-US" sz="2400" dirty="0" smtClean="0">
                <a:latin typeface="Arial Narrow" panose="020B0606020202030204" pitchFamily="34" charset="0"/>
              </a:rPr>
              <a:t> </a:t>
            </a:r>
          </a:p>
          <a:p>
            <a:pPr marL="342900" indent="-342900">
              <a:buFontTx/>
              <a:buChar char="-"/>
            </a:pPr>
            <a:endParaRPr lang="ru-RU" sz="2400" dirty="0">
              <a:latin typeface="Arial Narrow" panose="020B0606020202030204" pitchFamily="34" charset="0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937241" y="3309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97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0641" y="178513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База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638" y="1287625"/>
            <a:ext cx="9559593" cy="486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23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6861" y="175119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GetBooks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22" y="1245645"/>
            <a:ext cx="9549278" cy="53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6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39493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UpdateBook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54" y="1172696"/>
            <a:ext cx="10785889" cy="539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5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19828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CreateUser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06" y="1171692"/>
            <a:ext cx="10083186" cy="550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4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Логирование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31291"/>
          <a:stretch/>
        </p:blipFill>
        <p:spPr>
          <a:xfrm>
            <a:off x="1313008" y="2155383"/>
            <a:ext cx="9565983" cy="2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5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4657" y="2753762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6429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91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Тема Office</vt:lpstr>
      <vt:lpstr>Library_server</vt:lpstr>
      <vt:lpstr>Library_server</vt:lpstr>
      <vt:lpstr>Структура проекта</vt:lpstr>
      <vt:lpstr>База данных</vt:lpstr>
      <vt:lpstr>Метод GetBooks()</vt:lpstr>
      <vt:lpstr>Метод UpdateBook()</vt:lpstr>
      <vt:lpstr>Метод CreateUser()</vt:lpstr>
      <vt:lpstr>Логирование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Vadik</dc:creator>
  <cp:lastModifiedBy>Vadik</cp:lastModifiedBy>
  <cp:revision>22</cp:revision>
  <dcterms:created xsi:type="dcterms:W3CDTF">2026-06-01T15:33:56Z</dcterms:created>
  <dcterms:modified xsi:type="dcterms:W3CDTF">2026-06-05T18:30:33Z</dcterms:modified>
</cp:coreProperties>
</file>